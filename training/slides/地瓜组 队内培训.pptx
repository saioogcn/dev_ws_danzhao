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F390D-ED93-33E9-2CA2-00F99EA28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527AEC-785F-69D1-A6FD-6DADB073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BE37D5-87A4-5F86-DE26-9C0AE1BF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01742C-AA4A-E862-8F4B-C527E6E7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D04BDC-D8AB-3776-4EAF-32488E8B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820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11D79-7156-52B2-90CB-D3F4F80E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1124F-5A5C-E98E-02D4-914EBFBCA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B213B-B5C6-D21B-EF5A-18A7B894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99BB09-1A8E-BE97-3451-64102B9D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279514-9DD3-5151-3B03-C98BAF9F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071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455DE-C898-A962-97D9-91254030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2AE7AE-43B7-3027-50CA-A5554C5AE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6DA4EC-3694-9D6E-E0ED-B52C75CC5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884563-DBAA-EC02-BCE3-D6F4713E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12C0C7-30A9-D987-6D5C-C6C399C8F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64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A6D2C-8B22-82F4-35FB-8BEF4455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CF00DC-EFC4-724E-028E-3FBAAA04D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1A2300-B7EF-E5F2-32E6-5FF661A29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55DD7D-3788-88E4-C9F4-101EAB787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3E93E5-3F70-DBA0-FC6A-C8A2DA6B7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FC1596-3643-FBA0-9230-B0AF8529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10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C07E5-A493-4DCD-26C7-C48CEDD1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82BE24-2AB9-7D92-824A-85CF7BA84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0838B8-AD92-660B-4549-377770350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94A1A5-DFFA-9315-E816-123CE29E0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BF04E8-A22D-9AFD-5657-06ED74D89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48C582-ACF8-4540-F1CD-75CECB87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46D42C-19BF-D7FB-5D16-377B6899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38A3B6-9EEF-C841-2BD3-5B349F6C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13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54042-49D7-6AE7-1964-DC6C798AF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CA9FC8-9AF4-3E5A-D958-CC7812FA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F4A7B5-C5E8-6959-F35B-46C7DF96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1ECCC0-A859-39AE-00FD-089611C9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79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CC7760-0565-05D5-5472-A764F49B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8B5B70-9387-834B-77C8-E6AD4D4D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345989-9E08-756F-70B1-F8BE9400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12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94B0F-659F-D646-286D-5239BC91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3CF3D-023E-E80E-EFED-EA3541A52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41DB8F-FC44-EE0A-6EB7-0E4E4B9D8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5E4FCF-33A9-DB0B-BEED-362B1767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DBAACA-F1C2-9956-96C6-B9C022B5B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DD68F8-92F7-66CA-5DC1-B660868A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50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B279E-A88D-3E01-8CCE-5C6D34E77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594339-CAF4-7D7F-FCC7-F377EA14C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3A44CA-CA01-1D00-DFC6-AAD162FE0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5ED541-A0E8-9C3E-A72A-22776A21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F9EA18-1BB0-278F-F886-2EF4AA74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A355D5-5452-870E-10F0-22AB9ABB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09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BFA15-D045-F4EB-689D-9D8760831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B71841-6E56-783A-E5AF-BD77F1565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2EB68A-E3C2-255C-F74A-01B1676E2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05F254-61D8-9429-0735-E61C09020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9E63FD-33DF-43E3-C151-D339830F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29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B5BD12-CCCF-1450-02F9-5F6952EA0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44B229-C5AD-FEF9-ABCA-2C660B453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0BA64F-0B75-85E0-454F-9401B61D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4CD2E3-40A8-A5BB-4AF9-817AACA5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6182BD-3125-54DC-AC41-07B9544C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29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18E43B-1038-8D02-3337-6EA346A3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38DF1D-3983-22BA-DEC0-FC86EFC7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2AB088-F0D4-B3EE-A719-82AF2796E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B3F8B-CC4F-4222-81C1-74CAD7E84D2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7DD569-B699-C084-00A3-2635787C1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9C520F-26DF-7F52-E816-E5D8DD5C5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B6DBB-8D1F-46F2-A4CC-5B0625ECCA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02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350F8-C531-8365-5A0B-64966EFE7A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地瓜组 队内培训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D2E408-10CC-2DDF-FA81-F3D482C5A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 第二次</a:t>
            </a:r>
            <a:endParaRPr lang="en-US" altLang="zh-CN" dirty="0"/>
          </a:p>
          <a:p>
            <a:r>
              <a:rPr lang="zh-CN" altLang="en-US"/>
              <a:t>孙 智诚</a:t>
            </a:r>
          </a:p>
        </p:txBody>
      </p:sp>
    </p:spTree>
    <p:extLst>
      <p:ext uri="{BB962C8B-B14F-4D97-AF65-F5344CB8AC3E}">
        <p14:creationId xmlns:p14="http://schemas.microsoft.com/office/powerpoint/2010/main" val="92092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地瓜组 队内培训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Alvin Sun</dc:creator>
  <cp:lastModifiedBy>Alvin Sun</cp:lastModifiedBy>
  <cp:revision>1</cp:revision>
  <dcterms:created xsi:type="dcterms:W3CDTF">2026-10-13T09:23:43Z</dcterms:created>
  <dcterms:modified xsi:type="dcterms:W3CDTF">2026-10-13T09:23:50Z</dcterms:modified>
</cp:coreProperties>
</file>