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d759404364cd0" /><Relationship Type="http://schemas.openxmlformats.org/officeDocument/2006/relationships/extended-properties" Target="/docProps/app.xml" Id="R98d3a92b40fb4967" /><Relationship Type="http://schemas.openxmlformats.org/officeDocument/2006/relationships/officeDocument" Target="/ppt/presentation.xml" Id="R7ac6b8ad315f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8a3e92f694928"/>
  </p:sldMasterIdLst>
  <p:notesMasterIdLst>
    <p:notesMasterId xmlns:r="http://schemas.openxmlformats.org/officeDocument/2006/relationships" r:id="R46462c70c1d849c3"/>
  </p:notesMasterIdLst>
  <p:sldIdLst>
    <p:sldId xmlns:r="http://schemas.openxmlformats.org/officeDocument/2006/relationships" id="256" r:id="R1164ac2fc579485b"/>
    <p:sldId xmlns:r="http://schemas.openxmlformats.org/officeDocument/2006/relationships" id="257" r:id="R52a40c1d732448cf"/>
    <p:sldId xmlns:r="http://schemas.openxmlformats.org/officeDocument/2006/relationships" id="258" r:id="Reaf6086658f44660"/>
    <p:sldId xmlns:r="http://schemas.openxmlformats.org/officeDocument/2006/relationships" id="259" r:id="R698ddea9f3ca4df3"/>
    <p:sldId xmlns:r="http://schemas.openxmlformats.org/officeDocument/2006/relationships" id="260" r:id="R9615a7dc02894dab"/>
    <p:sldId xmlns:r="http://schemas.openxmlformats.org/officeDocument/2006/relationships" id="261" r:id="Rf02b36e042994a27"/>
    <p:sldId xmlns:r="http://schemas.openxmlformats.org/officeDocument/2006/relationships" id="262" r:id="R2a24ce55d0af4b5c"/>
    <p:sldId xmlns:r="http://schemas.openxmlformats.org/officeDocument/2006/relationships" id="263" r:id="R6c6c746bd0b14324"/>
    <p:sldId xmlns:r="http://schemas.openxmlformats.org/officeDocument/2006/relationships" id="264" r:id="R502067efe6384287"/>
    <p:sldId xmlns:r="http://schemas.openxmlformats.org/officeDocument/2006/relationships" id="265" r:id="R29013e3dab1e4dd4"/>
    <p:sldId xmlns:r="http://schemas.openxmlformats.org/officeDocument/2006/relationships" id="266" r:id="R8c1f812daedc4616"/>
    <p:sldId xmlns:r="http://schemas.openxmlformats.org/officeDocument/2006/relationships" id="267" r:id="Rbba2ec71348b408d"/>
    <p:sldId xmlns:r="http://schemas.openxmlformats.org/officeDocument/2006/relationships" id="268" r:id="R2cffb4b010b2435c"/>
    <p:sldId xmlns:r="http://schemas.openxmlformats.org/officeDocument/2006/relationships" id="269" r:id="R19ac8b6cae31469c"/>
    <p:sldId xmlns:r="http://schemas.openxmlformats.org/officeDocument/2006/relationships" id="270" r:id="Re063442f271c47b2"/>
    <p:sldId xmlns:r="http://schemas.openxmlformats.org/officeDocument/2006/relationships" id="271" r:id="R803be9d316c64049"/>
    <p:sldId xmlns:r="http://schemas.openxmlformats.org/officeDocument/2006/relationships" id="272" r:id="R2ee520cfc9a541b5"/>
    <p:sldId xmlns:r="http://schemas.openxmlformats.org/officeDocument/2006/relationships" id="273" r:id="Ra09215082ece4437"/>
    <p:sldId xmlns:r="http://schemas.openxmlformats.org/officeDocument/2006/relationships" id="274" r:id="Rac0acf9f107b46be"/>
    <p:sldId xmlns:r="http://schemas.openxmlformats.org/officeDocument/2006/relationships" id="275" r:id="Rd3e92fa618d54913"/>
    <p:sldId xmlns:r="http://schemas.openxmlformats.org/officeDocument/2006/relationships" id="276" r:id="R0a7f84fe1f9d467d"/>
    <p:sldId xmlns:r="http://schemas.openxmlformats.org/officeDocument/2006/relationships" id="277" r:id="Rc46a5b6f8b95494a"/>
    <p:sldId xmlns:r="http://schemas.openxmlformats.org/officeDocument/2006/relationships" id="278" r:id="R3aaca7015fbf4a63"/>
    <p:sldId xmlns:r="http://schemas.openxmlformats.org/officeDocument/2006/relationships" id="279" r:id="R45f80fd9962c4949"/>
    <p:sldId xmlns:r="http://schemas.openxmlformats.org/officeDocument/2006/relationships" id="280" r:id="R21925527a1914029"/>
    <p:sldId xmlns:r="http://schemas.openxmlformats.org/officeDocument/2006/relationships" id="281" r:id="Rfb3dddf80e164f5c"/>
    <p:sldId xmlns:r="http://schemas.openxmlformats.org/officeDocument/2006/relationships" id="282" r:id="R8545a759867c4efa"/>
    <p:sldId xmlns:r="http://schemas.openxmlformats.org/officeDocument/2006/relationships" id="283" r:id="R88b1aab2626c4314"/>
    <p:sldId xmlns:r="http://schemas.openxmlformats.org/officeDocument/2006/relationships" id="284" r:id="R7047fd4b4c41488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d1e44e1a7c48f7" /><Relationship Type="http://schemas.openxmlformats.org/officeDocument/2006/relationships/slideMaster" Target="/ppt/slideMasters/slideMaster1.xml" Id="Rc138a3e92f694928" /><Relationship Type="http://schemas.openxmlformats.org/officeDocument/2006/relationships/notesMaster" Target="/ppt/notesMasters/notesMaster1.xml" Id="R46462c70c1d849c3" /><Relationship Type="http://schemas.openxmlformats.org/officeDocument/2006/relationships/presProps" Target="/ppt/presProps.xml" Id="R4c576d29c73a43dc" /><Relationship Type="http://schemas.openxmlformats.org/officeDocument/2006/relationships/viewProps" Target="/ppt/viewProps.xml" Id="Rcee96854e2de4d28" /><Relationship Type="http://schemas.openxmlformats.org/officeDocument/2006/relationships/tableStyles" Target="/ppt/tableStyles.xml" Id="R3e7f6bc6df364b78" /><Relationship Type="http://schemas.openxmlformats.org/officeDocument/2006/relationships/slide" Target="/ppt/slides/slide1.xml" Id="R1164ac2fc579485b" /><Relationship Type="http://schemas.openxmlformats.org/officeDocument/2006/relationships/slide" Target="/ppt/slides/slide2.xml" Id="R52a40c1d732448cf" /><Relationship Type="http://schemas.openxmlformats.org/officeDocument/2006/relationships/slide" Target="/ppt/slides/slide3.xml" Id="Reaf6086658f44660" /><Relationship Type="http://schemas.openxmlformats.org/officeDocument/2006/relationships/slide" Target="/ppt/slides/slide4.xml" Id="R698ddea9f3ca4df3" /><Relationship Type="http://schemas.openxmlformats.org/officeDocument/2006/relationships/slide" Target="/ppt/slides/slide5.xml" Id="R9615a7dc02894dab" /><Relationship Type="http://schemas.openxmlformats.org/officeDocument/2006/relationships/slide" Target="/ppt/slides/slide6.xml" Id="Rf02b36e042994a27" /><Relationship Type="http://schemas.openxmlformats.org/officeDocument/2006/relationships/slide" Target="/ppt/slides/slide7.xml" Id="R2a24ce55d0af4b5c" /><Relationship Type="http://schemas.openxmlformats.org/officeDocument/2006/relationships/slide" Target="/ppt/slides/slide8.xml" Id="R6c6c746bd0b14324" /><Relationship Type="http://schemas.openxmlformats.org/officeDocument/2006/relationships/slide" Target="/ppt/slides/slide9.xml" Id="R502067efe6384287" /><Relationship Type="http://schemas.openxmlformats.org/officeDocument/2006/relationships/slide" Target="/ppt/slides/slide10.xml" Id="R29013e3dab1e4dd4" /><Relationship Type="http://schemas.openxmlformats.org/officeDocument/2006/relationships/slide" Target="/ppt/slides/slide11.xml" Id="R8c1f812daedc4616" /><Relationship Type="http://schemas.openxmlformats.org/officeDocument/2006/relationships/slide" Target="/ppt/slides/slide12.xml" Id="Rbba2ec71348b408d" /><Relationship Type="http://schemas.openxmlformats.org/officeDocument/2006/relationships/slide" Target="/ppt/slides/slide13.xml" Id="R2cffb4b010b2435c" /><Relationship Type="http://schemas.openxmlformats.org/officeDocument/2006/relationships/slide" Target="/ppt/slides/slide14.xml" Id="R19ac8b6cae31469c" /><Relationship Type="http://schemas.openxmlformats.org/officeDocument/2006/relationships/slide" Target="/ppt/slides/slide15.xml" Id="Re063442f271c47b2" /><Relationship Type="http://schemas.openxmlformats.org/officeDocument/2006/relationships/slide" Target="/ppt/slides/slide16.xml" Id="R803be9d316c64049" /><Relationship Type="http://schemas.openxmlformats.org/officeDocument/2006/relationships/slide" Target="/ppt/slides/slide17.xml" Id="R2ee520cfc9a541b5" /><Relationship Type="http://schemas.openxmlformats.org/officeDocument/2006/relationships/slide" Target="/ppt/slides/slide18.xml" Id="Ra09215082ece4437" /><Relationship Type="http://schemas.openxmlformats.org/officeDocument/2006/relationships/slide" Target="/ppt/slides/slide19.xml" Id="Rac0acf9f107b46be" /><Relationship Type="http://schemas.openxmlformats.org/officeDocument/2006/relationships/slide" Target="/ppt/slides/slide20.xml" Id="Rd3e92fa618d54913" /><Relationship Type="http://schemas.openxmlformats.org/officeDocument/2006/relationships/slide" Target="/ppt/slides/slide21.xml" Id="R0a7f84fe1f9d467d" /><Relationship Type="http://schemas.openxmlformats.org/officeDocument/2006/relationships/slide" Target="/ppt/slides/slide22.xml" Id="Rc46a5b6f8b95494a" /><Relationship Type="http://schemas.openxmlformats.org/officeDocument/2006/relationships/slide" Target="/ppt/slides/slide23.xml" Id="R3aaca7015fbf4a63" /><Relationship Type="http://schemas.openxmlformats.org/officeDocument/2006/relationships/slide" Target="/ppt/slides/slide24.xml" Id="R45f80fd9962c4949" /><Relationship Type="http://schemas.openxmlformats.org/officeDocument/2006/relationships/slide" Target="/ppt/slides/slide25.xml" Id="R21925527a1914029" /><Relationship Type="http://schemas.openxmlformats.org/officeDocument/2006/relationships/slide" Target="/ppt/slides/slide26.xml" Id="Rfb3dddf80e164f5c" /><Relationship Type="http://schemas.openxmlformats.org/officeDocument/2006/relationships/slide" Target="/ppt/slides/slide27.xml" Id="R8545a759867c4efa" /><Relationship Type="http://schemas.openxmlformats.org/officeDocument/2006/relationships/slide" Target="/ppt/slides/slide28.xml" Id="R88b1aab2626c4314" /><Relationship Type="http://schemas.openxmlformats.org/officeDocument/2006/relationships/slide" Target="/ppt/slides/slide29.xml" Id="R7047fd4b4c41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3a113e57142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40b915dd1048fe" /><Relationship Type="http://schemas.openxmlformats.org/officeDocument/2006/relationships/notesMaster" Target="/ppt/notesMasters/notesMaster1.xml" Id="R94c3199aeff2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6878b486a4d96" /><Relationship Type="http://schemas.openxmlformats.org/officeDocument/2006/relationships/notesMaster" Target="/ppt/notesMasters/notesMaster1.xml" Id="Rd9d25817f2f742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2118e469f04095" /><Relationship Type="http://schemas.openxmlformats.org/officeDocument/2006/relationships/notesMaster" Target="/ppt/notesMasters/notesMaster1.xml" Id="Rfe809bd622114f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1ed131c494499f" /><Relationship Type="http://schemas.openxmlformats.org/officeDocument/2006/relationships/notesMaster" Target="/ppt/notesMasters/notesMaster1.xml" Id="R25ffb048605246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7fa8f8cde84d0c" /><Relationship Type="http://schemas.openxmlformats.org/officeDocument/2006/relationships/notesMaster" Target="/ppt/notesMasters/notesMaster1.xml" Id="R94e287fe6bd7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ee7a37581c411f" /><Relationship Type="http://schemas.openxmlformats.org/officeDocument/2006/relationships/notesMaster" Target="/ppt/notesMasters/notesMaster1.xml" Id="Rd1507cc921b443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2c6814f8bc43ca" /><Relationship Type="http://schemas.openxmlformats.org/officeDocument/2006/relationships/notesMaster" Target="/ppt/notesMasters/notesMaster1.xml" Id="Rd9019f5fa27a42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0228b1ac1740b8" /><Relationship Type="http://schemas.openxmlformats.org/officeDocument/2006/relationships/notesMaster" Target="/ppt/notesMasters/notesMaster1.xml" Id="R5b6b36eea4064b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f1dfa5bd494efa" /><Relationship Type="http://schemas.openxmlformats.org/officeDocument/2006/relationships/notesMaster" Target="/ppt/notesMasters/notesMaster1.xml" Id="Rb08225be22fd4a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8ba6f30234de0" /><Relationship Type="http://schemas.openxmlformats.org/officeDocument/2006/relationships/notesMaster" Target="/ppt/notesMasters/notesMaster1.xml" Id="R6a9341f9299a41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162f179cce4d01" /><Relationship Type="http://schemas.openxmlformats.org/officeDocument/2006/relationships/notesMaster" Target="/ppt/notesMasters/notesMaster1.xml" Id="Re1c01ce73d854d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0f3a51fd3f421f" /><Relationship Type="http://schemas.openxmlformats.org/officeDocument/2006/relationships/notesMaster" Target="/ppt/notesMasters/notesMaster1.xml" Id="R6a1bec94573041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2fdaa5476d4ecd" /><Relationship Type="http://schemas.openxmlformats.org/officeDocument/2006/relationships/notesMaster" Target="/ppt/notesMasters/notesMaster1.xml" Id="R17078d95937a45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855ebb8abf4402" /><Relationship Type="http://schemas.openxmlformats.org/officeDocument/2006/relationships/notesMaster" Target="/ppt/notesMasters/notesMaster1.xml" Id="R12364cc22b8b48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e95da87b6449d" /><Relationship Type="http://schemas.openxmlformats.org/officeDocument/2006/relationships/notesMaster" Target="/ppt/notesMasters/notesMaster1.xml" Id="Rdddb3e5045c244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ded87ec27c49aa" /><Relationship Type="http://schemas.openxmlformats.org/officeDocument/2006/relationships/notesMaster" Target="/ppt/notesMasters/notesMaster1.xml" Id="Rfabbc45fbfb641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792aeda4814913" /><Relationship Type="http://schemas.openxmlformats.org/officeDocument/2006/relationships/notesMaster" Target="/ppt/notesMasters/notesMaster1.xml" Id="R312c717e872744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80ad40eda14d7c" /><Relationship Type="http://schemas.openxmlformats.org/officeDocument/2006/relationships/notesMaster" Target="/ppt/notesMasters/notesMaster1.xml" Id="R33b8e7fb0dfa4c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d34021e47f42df" /><Relationship Type="http://schemas.openxmlformats.org/officeDocument/2006/relationships/notesMaster" Target="/ppt/notesMasters/notesMaster1.xml" Id="Re66fbf292bcf49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f0d4bfda9e4645" /><Relationship Type="http://schemas.openxmlformats.org/officeDocument/2006/relationships/notesMaster" Target="/ppt/notesMasters/notesMaster1.xml" Id="R3736f7b931ec47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f32b541e134f6a" /><Relationship Type="http://schemas.openxmlformats.org/officeDocument/2006/relationships/notesMaster" Target="/ppt/notesMasters/notesMaster1.xml" Id="R4a7b284227874b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1cf5d7a2834673" /><Relationship Type="http://schemas.openxmlformats.org/officeDocument/2006/relationships/notesMaster" Target="/ppt/notesMasters/notesMaster1.xml" Id="Rbd849f016aec41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2d23969443403e" /><Relationship Type="http://schemas.openxmlformats.org/officeDocument/2006/relationships/notesMaster" Target="/ppt/notesMasters/notesMaster1.xml" Id="R1d75cae51fd94f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ada7ae422342e6" /><Relationship Type="http://schemas.openxmlformats.org/officeDocument/2006/relationships/notesMaster" Target="/ppt/notesMasters/notesMaster1.xml" Id="Rba4e9b40363942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6f824bc663421c" /><Relationship Type="http://schemas.openxmlformats.org/officeDocument/2006/relationships/notesMaster" Target="/ppt/notesMasters/notesMaster1.xml" Id="R1f79667d88004a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4a29e332bd434f" /><Relationship Type="http://schemas.openxmlformats.org/officeDocument/2006/relationships/notesMaster" Target="/ppt/notesMasters/notesMaster1.xml" Id="R8166e056c8e14d5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5ccf54235a7471d" /><Relationship Type="http://schemas.openxmlformats.org/officeDocument/2006/relationships/notesMaster" Target="/ppt/notesMasters/notesMaster1.xml" Id="Rfa1690617dfb43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b112abf67f34153" /><Relationship Type="http://schemas.openxmlformats.org/officeDocument/2006/relationships/notesMaster" Target="/ppt/notesMasters/notesMaster1.xml" Id="R4cf163df06d941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9abd595c48c422a" /><Relationship Type="http://schemas.openxmlformats.org/officeDocument/2006/relationships/notesMaster" Target="/ppt/notesMasters/notesMaster1.xml" Id="Rcc84212409a6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a05cf3dd842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abecc653e4c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87d15a2454d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423b818be48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324288fd74b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c95edf76e4b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d34e9609b480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f4582848042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0938a784846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9defa3a734d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38a99f70e4b1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74BF064-0AA7-7A2E-A799-D91A3C47DE4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AF488DB-B744-45D8-5CCB-B8D92BC00C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D51A49-1B16-65B4-395E-9E6A3CC097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64A935-68AF-3714-99AF-3C6E7D002B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4F8E2FE-AE0B-F041-51E3-351EA763D2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F7DF5A-C84B-A36F-93FB-34B49DDE8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DEDA1D1-5D70-6ACB-AD4D-4D3B5B9C94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BAE8C40-CE37-B7F3-0032-30E56C175D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FA5E88-998C-59C0-C2DD-B38B4C6F71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230369-266A-1A7D-B2BA-13628FE01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CBBE160-BE29-81B6-893C-3A82F0612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B6D9EE4-77EC-9ABA-DCC0-CCE7D4B824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F517B9-AA02-E1E1-A515-88AD864371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CC9A58-B33B-1A92-EB61-7C39EE08DA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8FA8ED-40E2-A541-0659-58CCFA2A5D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886DAB-2FD9-5EE1-92F7-B6A0624D9C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8C67D6B-674D-FB84-AD2F-7483B188EE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014CC4E-04AA-D637-556F-68F8F6C50B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AB5F5A0-46EF-0216-393E-4426CB039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F8E8B13-EAEA-14E4-4635-59BAFDC3CB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BB00A40-894C-21AA-6CCC-0BE792CD9C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966D4C-E74E-90B0-7E4D-942A268AF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318ABDB-BB9C-4EA3-1F8D-C2AF080BC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FA38D8F-1E3D-B4C4-6A63-E939C74897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09251D0-4C7A-8BC7-DA87-A0A5B09100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A542FF7-0F9B-6D27-BC14-F253966A2A8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EF819A6-57D8-D2F9-7DF1-19CCA1081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90FD71F-5BEF-6903-D442-AEA574D8A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08167C3-6736-0428-46CF-929B689FD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C4A5C11-D636-164F-285E-E68B610AF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3AE85BD-D660-67C1-0FCD-E033C40F6A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528A43D-CBDA-C65A-CD19-420A1B7AEA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77E46F-B3A2-1398-C7AD-FCE3EA7AF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430C7D0-040C-947A-607D-47426DB7F9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4B1EDC0-B420-BFE0-BD44-76D83E21D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4B0900A-CC0D-CF69-B0FD-5CFD9601E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F183B7-5944-4792-3A18-ED1D02AABC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AAA0553-585C-4D88-F77C-1D18959932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3A8A016-B129-47B6-8504-222C0FBC61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24BB1F-7244-C329-98CF-751396C818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641745-04B8-7C38-1B17-1591556C5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407D371-ADB8-A8B7-CB37-93B3766DA1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CFD4D8-E9CF-E512-FC2D-DC8C7EF52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51F21A8-03B5-4FEA-2FE5-0C58FCCDC8C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DFE3217-695A-37E8-6D26-18BB9AC679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11C9617-63AC-E215-F8F9-5186AEDAFE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94C345D-F9D1-C0B8-68BF-48D042F41B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2980E24-0735-9506-9BA5-711402F3E2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2EB66A-25A2-3E82-31A7-D5A3742A5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852DF1E-DD34-8BE7-9A61-068C401BF9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739079-C7D1-5B99-356C-5BA99CEBF4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2AD0DB-9567-C7E7-A2A0-B0D7D6DDBB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35CD4FA-E17F-596A-EBDD-3FD36E5B52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D400E7A-17DE-B1A9-4CF2-3E4A55707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8291685-CAC1-FC81-F323-7F6C2B81F3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F68783-4283-B371-BCCF-6B618679D3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43EC416-8CF5-8D35-0102-6791B442D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8CFF318-9356-2A63-459A-1FA2F20CB7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4b12612124bb0" /><Relationship Type="http://schemas.openxmlformats.org/officeDocument/2006/relationships/slideLayout" Target="/ppt/slideLayouts/slideLayout1.xml" Id="R01efae3a1e3e4319" /><Relationship Type="http://schemas.openxmlformats.org/officeDocument/2006/relationships/slideLayout" Target="/ppt/slideLayouts/slideLayout2.xml" Id="Re7fdb14298854c2a" /><Relationship Type="http://schemas.openxmlformats.org/officeDocument/2006/relationships/slideLayout" Target="/ppt/slideLayouts/slideLayout3.xml" Id="R45315ec36be3486e" /><Relationship Type="http://schemas.openxmlformats.org/officeDocument/2006/relationships/slideLayout" Target="/ppt/slideLayouts/slideLayout4.xml" Id="R78113a887d4d4469" /><Relationship Type="http://schemas.openxmlformats.org/officeDocument/2006/relationships/slideLayout" Target="/ppt/slideLayouts/slideLayout5.xml" Id="R87ec5d27a1ea4f11" /><Relationship Type="http://schemas.openxmlformats.org/officeDocument/2006/relationships/slideLayout" Target="/ppt/slideLayouts/slideLayout6.xml" Id="Rb4c6862809554593" /><Relationship Type="http://schemas.openxmlformats.org/officeDocument/2006/relationships/slideLayout" Target="/ppt/slideLayouts/slideLayout7.xml" Id="Rbab86694e0674185" /><Relationship Type="http://schemas.openxmlformats.org/officeDocument/2006/relationships/slideLayout" Target="/ppt/slideLayouts/slideLayout8.xml" Id="Ra11feef840ac490e" /><Relationship Type="http://schemas.openxmlformats.org/officeDocument/2006/relationships/slideLayout" Target="/ppt/slideLayouts/slideLayout9.xml" Id="R58d775e00f654c4b" /><Relationship Type="http://schemas.openxmlformats.org/officeDocument/2006/relationships/slideLayout" Target="/ppt/slideLayouts/slideLayout10.xml" Id="Rcf3f28ed16bd4bf3" /><Relationship Type="http://schemas.openxmlformats.org/officeDocument/2006/relationships/slideLayout" Target="/ppt/slideLayouts/slideLayout11.xml" Id="Ra72734794c4f43f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01C03C2-FA86-A6B7-BD87-AC1A9B5E7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4FAAA32-5C56-2D7F-DC53-BB5BE6FE8D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1221D0-3130-6244-FFDD-90F5ACFD78C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0291E30-3D8D-49D1-9B2F-4FCCC9E6B046}" type="datetimeFigureOut">
              <a:t>2026/10/13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A27E8F-BB8E-6A83-7FBC-A4FDD1B3AD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E5FAB01-E089-D6F2-4F24-0F05ACA5FC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C447392-3871-4601-9317-6852B979877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fae3a1e3e4319"/>
    <p:sldLayoutId xmlns:r="http://schemas.openxmlformats.org/officeDocument/2006/relationships" id="2147483650" r:id="Re7fdb14298854c2a"/>
    <p:sldLayoutId xmlns:r="http://schemas.openxmlformats.org/officeDocument/2006/relationships" id="2147483651" r:id="R45315ec36be3486e"/>
    <p:sldLayoutId xmlns:r="http://schemas.openxmlformats.org/officeDocument/2006/relationships" id="2147483652" r:id="R78113a887d4d4469"/>
    <p:sldLayoutId xmlns:r="http://schemas.openxmlformats.org/officeDocument/2006/relationships" id="2147483653" r:id="R87ec5d27a1ea4f11"/>
    <p:sldLayoutId xmlns:r="http://schemas.openxmlformats.org/officeDocument/2006/relationships" id="2147483654" r:id="Rb4c6862809554593"/>
    <p:sldLayoutId xmlns:r="http://schemas.openxmlformats.org/officeDocument/2006/relationships" id="2147483655" r:id="Rbab86694e0674185"/>
    <p:sldLayoutId xmlns:r="http://schemas.openxmlformats.org/officeDocument/2006/relationships" id="2147483656" r:id="Ra11feef840ac490e"/>
    <p:sldLayoutId xmlns:r="http://schemas.openxmlformats.org/officeDocument/2006/relationships" id="2147483657" r:id="R58d775e00f654c4b"/>
    <p:sldLayoutId xmlns:r="http://schemas.openxmlformats.org/officeDocument/2006/relationships" id="2147483658" r:id="Rcf3f28ed16bd4bf3"/>
    <p:sldLayoutId xmlns:r="http://schemas.openxmlformats.org/officeDocument/2006/relationships" id="2147483659" r:id="Ra72734794c4f43f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31d49f44b466e" /><Relationship Type="http://schemas.openxmlformats.org/officeDocument/2006/relationships/notesSlide" Target="/ppt/notesSlides/notesSlide1.xml" Id="Ra59c0ca20dc44f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2c596ca24b55" /><Relationship Type="http://schemas.openxmlformats.org/officeDocument/2006/relationships/notesSlide" Target="/ppt/notesSlides/notesSlide2.xml" Id="R784b668eaca6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0a386277b4c8b" /><Relationship Type="http://schemas.openxmlformats.org/officeDocument/2006/relationships/notesSlide" Target="/ppt/notesSlides/notesSlide3.xml" Id="R09cd9ad924d24d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890691e7468f" /><Relationship Type="http://schemas.openxmlformats.org/officeDocument/2006/relationships/notesSlide" Target="/ppt/notesSlides/notesSlide4.xml" Id="R0190baa8c4fb43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427bf69f7448c" /><Relationship Type="http://schemas.openxmlformats.org/officeDocument/2006/relationships/notesSlide" Target="/ppt/notesSlides/notesSlide5.xml" Id="R35c342969e194d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de82e2d7b4d43" /><Relationship Type="http://schemas.openxmlformats.org/officeDocument/2006/relationships/notesSlide" Target="/ppt/notesSlides/notesSlide6.xml" Id="R34c6c2016b3b4c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65ae7fc404e16" /><Relationship Type="http://schemas.openxmlformats.org/officeDocument/2006/relationships/notesSlide" Target="/ppt/notesSlides/notesSlide7.xml" Id="R32c2286b67af4c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58c8c20c4b0f" /><Relationship Type="http://schemas.openxmlformats.org/officeDocument/2006/relationships/notesSlide" Target="/ppt/notesSlides/notesSlide8.xml" Id="Rb6101d04318c47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e2be3050a4434" /><Relationship Type="http://schemas.openxmlformats.org/officeDocument/2006/relationships/notesSlide" Target="/ppt/notesSlides/notesSlide9.xml" Id="R50d92f4c6a944f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8a1b00984f93" /><Relationship Type="http://schemas.openxmlformats.org/officeDocument/2006/relationships/notesSlide" Target="/ppt/notesSlides/notesSlide10.xml" Id="Rae4c46600ca6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fa83192b34eb5" /><Relationship Type="http://schemas.openxmlformats.org/officeDocument/2006/relationships/notesSlide" Target="/ppt/notesSlides/notesSlide11.xml" Id="Rd2dcbbf618df4f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cb5a0f6fa44fa" /><Relationship Type="http://schemas.openxmlformats.org/officeDocument/2006/relationships/notesSlide" Target="/ppt/notesSlides/notesSlide12.xml" Id="R390adc9a6ee546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d8f3d9944898" /><Relationship Type="http://schemas.openxmlformats.org/officeDocument/2006/relationships/notesSlide" Target="/ppt/notesSlides/notesSlide13.xml" Id="Rc91c9b38a75d47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2aeafa7394f0c" /><Relationship Type="http://schemas.openxmlformats.org/officeDocument/2006/relationships/notesSlide" Target="/ppt/notesSlides/notesSlide14.xml" Id="Rca46b84c3fdb4f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7c7e83fae450b" /><Relationship Type="http://schemas.openxmlformats.org/officeDocument/2006/relationships/notesSlide" Target="/ppt/notesSlides/notesSlide15.xml" Id="R5a6ea05e048440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48e6813b7415f" /><Relationship Type="http://schemas.openxmlformats.org/officeDocument/2006/relationships/notesSlide" Target="/ppt/notesSlides/notesSlide16.xml" Id="R6ceef02ba42340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3fb9fe8b4fa7" /><Relationship Type="http://schemas.openxmlformats.org/officeDocument/2006/relationships/notesSlide" Target="/ppt/notesSlides/notesSlide17.xml" Id="R38bd8a3f27a14c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d558d5e814fa1" /><Relationship Type="http://schemas.openxmlformats.org/officeDocument/2006/relationships/notesSlide" Target="/ppt/notesSlides/notesSlide18.xml" Id="Ra38d9cfb462b45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001d9e4e04220" /><Relationship Type="http://schemas.openxmlformats.org/officeDocument/2006/relationships/notesSlide" Target="/ppt/notesSlides/notesSlide19.xml" Id="R2d2c8e6a44444e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3c5e5b1104041" /><Relationship Type="http://schemas.openxmlformats.org/officeDocument/2006/relationships/notesSlide" Target="/ppt/notesSlides/notesSlide20.xml" Id="Ra3ffe87da25e4e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cbe6368ee45a8" /><Relationship Type="http://schemas.openxmlformats.org/officeDocument/2006/relationships/notesSlide" Target="/ppt/notesSlides/notesSlide21.xml" Id="Rbd172c0b5d4c4b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df16e51094c9f" /><Relationship Type="http://schemas.openxmlformats.org/officeDocument/2006/relationships/notesSlide" Target="/ppt/notesSlides/notesSlide22.xml" Id="R4b807f4d998448b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ac513b08d4ef6" /><Relationship Type="http://schemas.openxmlformats.org/officeDocument/2006/relationships/notesSlide" Target="/ppt/notesSlides/notesSlide23.xml" Id="Rba7935c64ed244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14bee9fc34a0f" /><Relationship Type="http://schemas.openxmlformats.org/officeDocument/2006/relationships/notesSlide" Target="/ppt/notesSlides/notesSlide24.xml" Id="R2bbaf13847e949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9694ca8e24c53" /><Relationship Type="http://schemas.openxmlformats.org/officeDocument/2006/relationships/notesSlide" Target="/ppt/notesSlides/notesSlide25.xml" Id="R9617bc512ab444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d1cf52b4e4050" /><Relationship Type="http://schemas.openxmlformats.org/officeDocument/2006/relationships/notesSlide" Target="/ppt/notesSlides/notesSlide26.xml" Id="R20bc81eba9d644b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6c0113dea45f7" /><Relationship Type="http://schemas.openxmlformats.org/officeDocument/2006/relationships/notesSlide" Target="/ppt/notesSlides/notesSlide27.xml" Id="R5958417e76d248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4a4ed2af54966" /><Relationship Type="http://schemas.openxmlformats.org/officeDocument/2006/relationships/notesSlide" Target="/ppt/notesSlides/notesSlide28.xml" Id="R153799941b874e9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04c0da8c84116" /><Relationship Type="http://schemas.openxmlformats.org/officeDocument/2006/relationships/notesSlide" Target="/ppt/notesSlides/notesSlide29.xml" Id="R613f339c88dc4a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2">
            <a:lumMod val="2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343" y="411787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FBE3D6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FBE3D6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1028" name="文本框 1027">
            <a:extLst xmlns:a="http://schemas.openxmlformats.org/drawingml/2006/main">
              <a:ext uri="{FF2B5EF4-FFF2-40B4-BE49-F238E27FC236}">
                <a16:creationId xmlns:a16="http://schemas.microsoft.com/office/drawing/2014/main" id="{D58525B2-432F-BEC0-BBF3-BC076E2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231" y="5571625"/>
            <a:ext cx="2164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D9D9D9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孙智诚</a:t>
            </a:r>
            <a:endParaRPr sz="2000">
              <a:solidFill>
                <a:srgbClr val="D9D9D9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2451503</a:t>
            </a: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saioog@tongji</a:t>
            </a:r>
            <a:endParaRPr sz="2000">
              <a:solidFill>
                <a:schemeClr val="bg1">
                  <a:lumMod val="85000"/>
                </a:schemeClr>
              </a:solidFill>
            </a:endParaRP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2026 年 10 月 13 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791" y="2667000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F2F2F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F2F2F2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29" name="矩形 1028">
            <a:extLst xmlns:a="http://schemas.openxmlformats.org/drawingml/2006/main">
              <a:ext uri="{FF2B5EF4-FFF2-40B4-BE49-F238E27FC236}">
                <a16:creationId xmlns:a16="http://schemas.microsoft.com/office/drawing/2014/main" id="{4E35A46C-CDE6-42C1-AEA8-08F88498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858000" cy="310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endParaRPr sz="1650" b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030" name="矩形 1029">
            <a:extLst xmlns:a="http://schemas.openxmlformats.org/drawingml/2006/main">
              <a:ext uri="{FF2B5EF4-FFF2-40B4-BE49-F238E27FC236}">
                <a16:creationId xmlns:a16="http://schemas.microsoft.com/office/drawing/2014/main" id="{2665A707-005B-4D9D-8299-E8D00B31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85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FBE3D6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300" b="0"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pPr>
            <a:r>
              <a:rPr sz="5400" b="0">
                <a:solidFill>
                  <a:srgbClr val="FBE3D6"/>
                </a:solidFill>
                <a:latin typeface="宋体"/>
                <a:ea typeface="宋体"/>
                <a:cs typeface="宋体"/>
              </a:rPr>
              <a:t>ROS 2 </a:t>
            </a:r>
            <a:r>
              <a:rPr sz="5400" b="0">
                <a:solidFill>
                  <a:srgbClr val="FBE3D6"/>
                </a:solidFill>
                <a:latin typeface="宋体"/>
                <a:ea typeface="宋体"/>
                <a:cs typeface="宋体"/>
              </a:rPr>
              <a:t>工作空间与编译</a:t>
            </a:r>
            <a:endParaRPr sz="5400" b="0">
              <a:solidFill>
                <a:srgbClr val="FBE3D6"/>
              </a:solidFill>
              <a:latin typeface="PMingLiU-ExtB"/>
              <a:ea typeface="PMingLiU-ExtB"/>
              <a:cs typeface="PMingLiU-ExtB"/>
            </a:endParaRPr>
          </a:p>
        </p:txBody>
      </p:sp>
      <p:sp>
        <p:nvSpPr>
          <p:cNvPr id="1031" name="矩形 1030">
            <a:extLst xmlns:a="http://schemas.openxmlformats.org/drawingml/2006/main">
              <a:ext uri="{FF2B5EF4-FFF2-40B4-BE49-F238E27FC236}">
                <a16:creationId xmlns:a16="http://schemas.microsoft.com/office/drawing/2014/main" id="{D9B891F0-0352-4F74-AD23-3090DFCC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34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9D9D9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70000"/>
              </a:lnSpc>
              <a:buNone/>
              <a:defRPr sz="150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包的创建、编译与三类典型报错</a:t>
            </a:r>
            <a:endParaRPr sz="2400" b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algn="l">
              <a:lnSpc>
                <a:spcPct val="170000"/>
              </a:lnSpc>
              <a:buNone/>
              <a:defRPr sz="150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400" b="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三条技术路线概览与技术栈评估</a:t>
            </a:r>
            <a:endParaRPr sz="2400" b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893214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2">
            <a:lumMod val="2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343" y="411787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FBE3D6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FBE3D6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1028" name="文本框 1027">
            <a:extLst xmlns:a="http://schemas.openxmlformats.org/drawingml/2006/main">
              <a:ext uri="{FF2B5EF4-FFF2-40B4-BE49-F238E27FC236}">
                <a16:creationId xmlns:a16="http://schemas.microsoft.com/office/drawing/2014/main" id="{D58525B2-432F-BEC0-BBF3-BC076E2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231" y="5571625"/>
            <a:ext cx="2164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D9D9D9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孙智诚</a:t>
            </a:r>
            <a:endParaRPr sz="2000">
              <a:solidFill>
                <a:srgbClr val="D9D9D9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2451503</a:t>
            </a: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saioog@tongji</a:t>
            </a:r>
            <a:endParaRPr sz="2000">
              <a:solidFill>
                <a:schemeClr val="bg1">
                  <a:lumMod val="85000"/>
                </a:schemeClr>
              </a:solidFill>
            </a:endParaRP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2000">
                <a:solidFill>
                  <a:srgbClr val="D9D9D9"/>
                </a:solidFill>
                <a:latin typeface="宋体"/>
                <a:ea typeface="宋体"/>
                <a:cs typeface="宋体"/>
              </a:rPr>
              <a:t>2026 年 10 月 13 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791" y="2667000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F2F2F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F2F2F2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29" name="矩形 1028">
            <a:extLst xmlns:a="http://schemas.openxmlformats.org/drawingml/2006/main">
              <a:ext uri="{FF2B5EF4-FFF2-40B4-BE49-F238E27FC236}">
                <a16:creationId xmlns:a16="http://schemas.microsoft.com/office/drawing/2014/main" id="{4E35A46C-CDE6-42C1-AEA8-08F88498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858000" cy="310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endParaRPr sz="1650" b="0">
              <a:solidFill>
                <a:srgbClr val="D9D9D9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BF61901-9AB6-10EF-231D-AF0E3908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55" y="925798"/>
            <a:ext cx="6184490" cy="423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r>
              <a:rPr sz="4800" b="0">
                <a:solidFill>
                  <a:srgbClr val="FBE3D6"/>
                </a:solidFill>
                <a:latin typeface="宋体"/>
                <a:ea typeface="宋体"/>
                <a:cs typeface="宋体"/>
              </a:rPr>
              <a:t>目录</a:t>
            </a:r>
            <a:endParaRPr sz="4800" b="0">
              <a:solidFill>
                <a:srgbClr val="FBE3D6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2800" b="0">
                <a:solidFill>
                  <a:schemeClr val="bg1"/>
                </a:solidFill>
                <a:latin typeface="宋体"/>
                <a:ea typeface="宋体"/>
                <a:cs typeface="宋体"/>
              </a:rPr>
              <a:t>一、工作空间与包的创建</a:t>
            </a:r>
          </a:p>
          <a:p xmlns:a="http://schemas.openxmlformats.org/drawingml/2006/main"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2800" b="0">
                <a:solidFill>
                  <a:schemeClr val="bg1"/>
                </a:solidFill>
                <a:latin typeface="宋体"/>
                <a:ea typeface="宋体"/>
                <a:cs typeface="宋体"/>
              </a:rPr>
              <a:t>二、编译与三类典型报错</a:t>
            </a:r>
          </a:p>
          <a:p xmlns:a="http://schemas.openxmlformats.org/drawingml/2006/main"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2800" b="0">
                <a:solidFill>
                  <a:schemeClr val="bg1"/>
                </a:solidFill>
                <a:latin typeface="宋体"/>
                <a:ea typeface="宋体"/>
                <a:cs typeface="宋体"/>
              </a:rPr>
              <a:t>三、技术路线概览</a:t>
            </a:r>
          </a:p>
          <a:p xmlns:a="http://schemas.openxmlformats.org/drawingml/2006/main">
            <a:pPr algn="l">
              <a:lnSpc>
                <a:spcPct val="200000"/>
              </a:lnSpc>
              <a:buNone/>
              <a:defRPr sz="1800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2800" b="0">
                <a:solidFill>
                  <a:schemeClr val="bg1"/>
                </a:solidFill>
                <a:latin typeface="宋体"/>
                <a:ea typeface="宋体"/>
                <a:cs typeface="宋体"/>
              </a:rPr>
              <a:t>四、技术栈与难度评估</a:t>
            </a:r>
          </a:p>
        </p:txBody>
      </p:sp>
    </p:spTree>
    <p:extLst>
      <p:ext uri="{BB962C8B-B14F-4D97-AF65-F5344CB8AC3E}">
        <p14:creationId xmlns:p14="http://schemas.microsoft.com/office/powerpoint/2010/main" val="368008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F37AC70-C5F2-4021-820C-DAC1193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工作空间的四个目录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CB070-F3A0-4741-9A06-BECF0CD2A290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D495F-B5D9-4417-BA05-12B881BC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E4C6B0D-6C37-4FA5-89FA-FB90DE38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包与 package.xml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D78564B-4CE6-40ED-B415-75184A9B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package.xml 是包的身份证。colcon 从当前目录往下递归查找 package.xml，找到哪个目录，哪个目录就是一个包。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7A9E99-A09E-4280-A7FE-0D58D26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1683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包必须放在 src/ 下面。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D2D7D-B02F-4465-BB2F-3AE8FD8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9A44814-57F3-4761-8EEC-54BA0DCD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创建包的两种类型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E407DF42-E7A8-4C31-9566-82D25A2E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1760220"/>
          </a:xfrm>
          <a:prstGeom xmlns:a="http://schemas.openxmlformats.org/drawingml/2006/main" prst="roundRect">
            <a:avLst>
              <a:gd name="adj" fmla="val 162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cd /userdata/dev_ws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/opt/tros/humble/setup.bash</a:t>
            </a:r>
          </a:p>
          <a:p xmlns:a="http://schemas.openxmlformats.org/drawingml/2006/main">
            <a:endParaRPr sz="1050">
              <a:solidFill>
                <a:srgbClr val="0E2841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ros2 pkg create --build-type ament_cmake my_cpp_pkg \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 --dependencies rclcpp geometry_msgs</a:t>
            </a:r>
          </a:p>
          <a:p xmlns:a="http://schemas.openxmlformats.org/drawingml/2006/main">
            <a:endParaRPr sz="1050">
              <a:solidFill>
                <a:srgbClr val="0E2841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ros2 pkg create --build-type ament_python my_py_pkg \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 --dependencies rclpy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8A1D98C-2C7F-4B9B-857D-C0D15CC4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4220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命名：全小写加下划线，例如 demo1_visual_control。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8B90B-057A-4010-8E50-B78BAFEE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0438EA-2555-4BE2-B07E-693B6CD9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两种包的最小结构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0311D4D-2475-4A62-A374-0D15E0CB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6290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1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200" b="1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C++ 包，ament_cmake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10CF70-4A95-4BEA-A490-D4FB1A95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3070"/>
            <a:ext cx="3629025" cy="1343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my_cpp_pkg/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package.xml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CMakeLists.txt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src/xxx.cpp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include/my_cpp_pkg/xxx.hpp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launch/xxx.launch.py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config/xxx.yaml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AEE590E-0D9F-48A0-BAAF-60ACA93B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71600"/>
            <a:ext cx="36290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1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200" b="1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Python 包，ament_python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AE4F58D-6ABB-41AC-9CFB-E86D062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03070"/>
            <a:ext cx="3629025" cy="1343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my_py_pkg/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package.xml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setup.py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setup.cfg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resource/my_py_pkg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my_py_pkg/xxx.py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013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launch/xxx.launch.py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6C8FA2-6E63-45E3-8DC9-32897CD3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8733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CMakeLists.txt 里写 find_package、add_executable、install。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1A326-99ED-404E-93A6-DBD8B31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AF77373-8065-4D1E-99C6-94BA66A6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依赖声明与三类报错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22DAE-E24F-4195-8807-96C08C498BAB}"/>
              </a:ext>
            </a:extLst>
          </p:cNvPr>
          <p:cNvGraphicFramePr/>
          <p:nvPr/>
        </p:nvGraphicFramePr>
        <p:xfrm>
          <a:off xmlns:a="http://schemas.openxmlformats.org/drawingml/2006/main" x="457200" y="1796891"/>
          <a:ext xmlns:a="http://schemas.openxmlformats.org/drawingml/2006/main" cx="74676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1346B-C0AE-4BD6-981C-DB83358E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8DC79E7-CF40-4E72-8EA7-F48C2B29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三个 demo 包的放置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70DC4E7A-14C5-4AA0-9DEE-DEB0AE9F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1013460"/>
          </a:xfrm>
          <a:prstGeom xmlns:a="http://schemas.openxmlformats.org/drawingml/2006/main" prst="roundRect">
            <a:avLst>
              <a:gd name="adj" fmla="val 282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cd /userdata/dev_ws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cp -a &lt;training&gt;/demos/demo1_visual_ws/src/demo1_visual_control src/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cp -a &lt;training&gt;/demos/demo2_nav2_teb_ws/src/demo2_nav2_teb src/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cp -a &lt;training&gt;/demos/demo3_lio_ws/src/demo3_lio src/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A891616-5524-4A3B-B6BB-B07CC80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7460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只复制包目录，不要复制外层的 build、install、log。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4661A-132E-4261-B8E5-2F4C6AD6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DDC7E1C-F8B0-4E88-9791-682D15BA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编译的唯一正确位置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3740E5-7A2B-4045-8665-C16FC81C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272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编译只在包含 src/ 的那一层执行。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848FEA5-8671-4A9C-A7E5-F8C428BA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6891"/>
            <a:ext cx="7467600" cy="64008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pwd        # 期望输出 /userdata/dev_ws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ls src     # 期望看到 demo1_visual_control 等包名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A1BF0-C32B-46AF-B98D-E5CEC0E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C5CDB7-CB01-4629-8CBE-5ED17204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编译的四条命令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1760DC3-FE1D-41EF-BDA0-4B1FC0AC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12001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cd /userdata/dev_ws                         # 1 进工作空间根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/opt/tros/humble/setup.bash          # 2 系统环境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colcon build --symlink-install \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 --packages-select demo1_visual_control    # 3 编译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install/setup.bash                   # 4 认识新编译的包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946AADA-9E05-4D63-BAFC-15F2A084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4233"/>
            <a:ext cx="7467600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source install/setup.bash 每开一个新终端都要做。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315F3-7A0B-4EBE-B93C-C38451B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E17E99-C9A1-4C01-BDCF-3BA9A765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两个常用参数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1E9E0-DA11-4016-873F-9C0E75A031D0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419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F114E-91A9-4734-BC03-28960474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FA5528-567E-401D-9CA3-B6BF7097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系统时间：症状与关键词</a:t>
            </a:r>
            <a:endParaRPr sz="2250" b="0">
              <a:solidFill>
                <a:srgbClr val="000000"/>
              </a:solidFill>
              <a:latin typeface="PMingLiU-ExtB"/>
              <a:ea typeface="PMingLiU-ExtB"/>
              <a:cs typeface="PMingLiU-Ext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04B88A-5514-45A7-BCD5-AFDEE1E2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1683"/>
            <a:ext cx="7467600" cy="272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date 输出 2000 年，就是系统时间的问题。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6357DC53-9688-48D0-AA00-CA5BE7E8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6974"/>
            <a:ext cx="7467600" cy="1133475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make: warning: Clock skew detected. Your build may be incomplete.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make: Warning: File 'xxx.o' has modification time 8.2e+08 s in the future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E: Release file for http://... is not valid yet (invalid for another 9d 3h)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Certificate verification failed: The certificate is NOT yet valid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certificate is not yet valid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611BD-693A-4766-B8E4-9B82D692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ED3ED50-7E44-4BE4-85FE-CFAC409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系统时间错：修复步骤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3498BE7-A101-4F0D-AFD8-502C962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1013460"/>
          </a:xfrm>
          <a:prstGeom xmlns:a="http://schemas.openxmlformats.org/drawingml/2006/main" prst="roundRect">
            <a:avLst>
              <a:gd name="adj" fmla="val 282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date                        # 先看时间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sudo timedatectl set-ntp true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sudo timedatectl status      # System clock synchronized: yes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date                        # 确认年份已经是今年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882461A-2867-4BC7-BE6E-17B1A97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751"/>
            <a:ext cx="7467600" cy="453390"/>
          </a:xfrm>
          <a:prstGeom xmlns:a="http://schemas.openxmlformats.org/drawingml/2006/main" prst="roundRect">
            <a:avLst>
              <a:gd name="adj" fmla="val 630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sudo date -s "2026-10-13 19:30:00"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5CA5-B9A9-42D7-9BE7-06D4D17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0D1289-30BF-4093-8AA4-4D7AB5C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编译错位置：成因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D302988-CD24-46CA-9013-B14D995B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在 src/ 里编译会生成 src/build 和 src/install，install 里的 package.xml 会被当成第二个同名包。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9DABA22C-ECB9-4997-84BE-9AB84ADE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1765"/>
            <a:ext cx="7467600" cy="786765"/>
          </a:xfrm>
          <a:prstGeom xmlns:a="http://schemas.openxmlformats.org/drawingml/2006/main" prst="roundRect">
            <a:avLst>
              <a:gd name="adj" fmla="val 36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Duplicate package names not supported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CMake Error: The current CMakeCache.txt directory /a/build/x is different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 than the directory /b/build/x where CMakeCache.txt was created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CCF2D-BA92-4EA4-B77F-515978A4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10CA970-4A65-42E1-8F62-76F1769E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编译错位置：产物清理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9131ED-0A92-4E4A-BE49-2BF66C3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272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删之前确认自己在工作空间根，要删的对象只有 build、install、log。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D374EA2-E647-4777-A188-E2BF95F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6891"/>
            <a:ext cx="7467600" cy="1653540"/>
          </a:xfrm>
          <a:prstGeom xmlns:a="http://schemas.openxmlformats.org/drawingml/2006/main" prst="roundRect">
            <a:avLst>
              <a:gd name="adj" fmla="val 17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cd /userdata/dev_ws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pwd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find src -maxdepth 3 -type d \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 \( -name build -o -name install -o -name log \)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rm -rf src/build src/install src/log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rm -rf build install log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colcon build --symlink-install --packages-select &lt;包名&gt;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975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975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install/setup.bash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D97DF4-0FE3-4437-8171-4086E20F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2914"/>
            <a:ext cx="7467600" cy="424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临时绕开：在目录里放一个空的 COLCON_IGNORE。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997EB-5B14-48E4-A32B-BAEEA76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E6121E-7FB8-4D2C-BA83-E128DBA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22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19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忘记 source install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283382FD-3884-458B-A80B-BA13730A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64008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$ ros2 launch demo1_visual_control demo1.launch.py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Package 'demo1_visual_control' not found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23A7E492-E6BD-4FDF-9D2D-B35E0BDC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9371"/>
            <a:ext cx="7467600" cy="64008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/userdata/dev_ws/install/setup.bash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ros2 pkg list | grep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3F5A5-0B9D-4083-8198-BE885DD0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ED0AEA-18FB-44CF-AAFC-4692D6A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报错速查表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F5B1-1925-4269-82AA-8736804640D5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3810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F2B06-C65E-4040-BE0B-513AAEEB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8D779B4-36B1-45AC-A126-5ADE1D0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三条路线共用一套硬件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8BC22-98F8-4D52-A667-F9AE47F255DD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323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5ABAF-9961-461B-9999-79BC7B03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5A7A3F6-9E03-4D8E-A9E8-04977A4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三条路线对比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F4412-B5A2-46E4-B1E8-25610CA59CEF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F8684-0B2D-4869-800A-2B591F9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39798E5-9810-4AB1-ACD0-9C50E677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demo1 数据流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DCF2C7-CAA4-48EC-A5C4-609CD7B1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7467600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要写五处：best_detection、make_command、障碍物分支、lost_line_command、reset_pid 的调用点。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C5B7B-FA60-400A-A59D-0E4BDCA3CF85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7327C-905D-4C80-93B0-63D0086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B1AAAE5-8FDE-4FB6-9E1B-9FE324F0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demo2 数据流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AA44B82-7192-4D37-AB4C-96DA280D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7467600" cy="424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要补三样：真实地图、nav2_full_params.yaml 的全部参数（含 controller_server.TEB 的 80 个参数）、FollowPath 客户端的发送与恢复逻辑。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49C0D-11E2-4471-BF1B-8BBCF09B5C9E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35EF2-DED4-4DAA-BD14-635BD002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5B08B4E-2E1A-4395-8AB7-C9763BEB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demo3 数据流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50647B8-75C9-4BA0-B86F-BC7E44C5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7467600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595959"/>
                </a:solidFill>
                <a:latin typeface="等线"/>
                <a:ea typeface="等线"/>
                <a:cs typeface="等线"/>
              </a:defRPr>
            </a:pPr>
            <a:r>
              <a:rPr sz="1088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验收最硬：静止 60 s 位姿不发散，直线 5 m 往返有误差统计，原地转动时墙体不明显旋转，插入坏点后不崩溃。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2AA87-2EC0-4471-916A-2B71E432647C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1E16E-592E-4202-8F97-2C2E0F75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8AC3F33-AA67-47D5-AFBD-10361148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三条路线的公共约束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F1430C51-1DC7-45BE-B3D8-0C9A03D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6891"/>
            <a:ext cx="7467600" cy="453390"/>
          </a:xfrm>
          <a:prstGeom xmlns:a="http://schemas.openxmlformats.org/drawingml/2006/main" prst="roundRect">
            <a:avLst>
              <a:gd name="adj" fmla="val 630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ros2 topic info /cmd_vel -v     # 正常情况下只有一个发布者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3DCD8-56A5-479C-8936-55708AB701AC}"/>
              </a:ext>
            </a:extLst>
          </p:cNvPr>
          <p:cNvGraphicFramePr/>
          <p:nvPr/>
        </p:nvGraphicFramePr>
        <p:xfrm>
          <a:off xmlns:a="http://schemas.openxmlformats.org/drawingml/2006/main" x="457200" y="2402681"/>
          <a:ext xmlns:a="http://schemas.openxmlformats.org/drawingml/2006/main" cx="74676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419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5F92D-C901-413E-B455-E014A357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35C83F6-C52C-4FF8-91D6-FA72B65F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技术栈对照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2D2BB-5DB0-4D25-A802-FBCE4B53FD0F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7239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4522F-A5BB-4966-98B8-5E24FE12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56C3AED-1413-444B-983B-9E7D3CC8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难度评估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675B6-2A0C-49C1-A928-43B0763E89FA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419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B7C99-D25E-42CD-AAC1-5836613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31B491-4A0B-4BE4-B9C2-D9B59E56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三条路线各自的难点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1C49D5B-D7E0-4C4C-987B-E07BCCF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demo1：算法浅，难在实车调参。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226732-D1A6-4033-9E57-F7E9C79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1683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demo2：代码少，集成量大，报错不指向原因。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0802749-22CD-455C-BA24-63EAE257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1765"/>
            <a:ext cx="7467600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262626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demo3：算法最重，验收可以离线复现。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4A60E-7C0F-49E3-BF41-6FF4F03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63F92C-E6DA-4326-80FE-9E635BA0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评估依据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1ADE5-310C-4FD2-96CB-B9E7D27CE28B}"/>
              </a:ext>
            </a:extLst>
          </p:cNvPr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4676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</a:tblGrid>
              <a:tr h="5334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T w="7144">
                      <a:solidFill>
                        <a:srgbClr val="D9D9D9"/>
                      </a:solidFill>
                      <a:prstDash val="solid"/>
                    </a:lnT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76200" marR="76200" marT="57150" marB="57150">
                    <a:lnL w="7144">
                      <a:solidFill>
                        <a:srgbClr val="D9D9D9"/>
                      </a:solidFill>
                      <a:prstDash val="solid"/>
                    </a:lnL>
                    <a:lnR w="7144">
                      <a:solidFill>
                        <a:srgbClr val="D9D9D9"/>
                      </a:solidFill>
                      <a:prstDash val="solid"/>
                    </a:lnR>
                    <a:lnB w="7144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7A813-D833-4CB8-B3E6-16EE2B82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3A3A3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3A3A3A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8A8A8A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8A8A8A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69465A8-7123-4896-9FA9-C4A94357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467600" cy="410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00000"/>
                </a:solidFill>
                <a:latin typeface="PMingLiU-ExtB"/>
                <a:ea typeface="PMingLiU-ExtB"/>
                <a:cs typeface="PMingLiU-ExtB"/>
              </a:defRPr>
            </a:pPr>
            <a:r>
              <a:rPr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开工前自查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9A077D71-9DDF-4713-AFEB-C29257B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467600" cy="1013460"/>
          </a:xfrm>
          <a:prstGeom xmlns:a="http://schemas.openxmlformats.org/drawingml/2006/main" prst="roundRect">
            <a:avLst>
              <a:gd name="adj" fmla="val 282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date                                       # 1 时间对不对，先看这一条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/opt/tros/humble/setup.bash         # 2 系统环境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source /userdata/dev_ws/install/setup.bash # 3 工作空间环境，路径按实际改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ros2 pkg list | grep demo                  # 4 三个包在不在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8904B1-252A-40DF-81D4-930D828B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751"/>
            <a:ext cx="7467600" cy="453390"/>
          </a:xfrm>
          <a:prstGeom xmlns:a="http://schemas.openxmlformats.org/drawingml/2006/main" prst="roundRect">
            <a:avLst>
              <a:gd name="adj" fmla="val 630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7144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l">
              <a:def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50">
                <a:solidFill>
                  <a:srgbClr val="0E284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ros2 topic info /cmd_vel -v                # 发布者只能有一个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CD3FF-64AE-4E11-9545-7FD1B76A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0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孙智诚 2451503</a:t>
            </a:r>
          </a:p>
          <a:p xmlns:a="http://schemas.openxmlformats.org/drawingml/2006/main">
            <a:pPr algn="r">
              <a:lnSpc>
                <a:spcPct val="135000"/>
              </a:lnSpc>
              <a:buNone/>
              <a:defRPr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saioog@tongji 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3965305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bg2">
            <a:lumMod val="2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75F943-683F-BA58-8F3E-C3D2E3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92" y="397542"/>
            <a:ext cx="240065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 anchor="ctr">
            <a:spAutoFit/>
          </a:bodyPr>
          <a:lstStyle xmlns:a="http://schemas.openxmlformats.org/drawingml/2006/main">
            <a:defPPr algn="ctr">
              <a:defRPr>
                <a:solidFill>
                  <a:srgbClr val="FBE3D6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7200" b="1">
                <a:solidFill>
                  <a:srgbClr val="FBE3D6"/>
                </a:solidFill>
                <a:latin typeface="宋体"/>
                <a:ea typeface="宋体"/>
                <a:cs typeface="宋体"/>
              </a:rPr>
              <a:t>工作空间与编译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806FF6D-97B6-00F8-810E-B18C5A4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02" y="432002"/>
            <a:ext cx="297688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 anchor="ctr">
            <a:spAutoFit/>
          </a:bodyPr>
          <a:lstStyle xmlns:a="http://schemas.openxmlformats.org/drawingml/2006/main">
            <a:defPPr algn="ctr">
              <a:defRPr>
                <a:solidFill>
                  <a:srgbClr val="F2F2F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</a:pPr>
            <a:r>
              <a:rPr sz="4400">
                <a:solidFill>
                  <a:srgbClr val="F2F2F2"/>
                </a:solidFill>
                <a:latin typeface="宋体"/>
                <a:ea typeface="宋体"/>
                <a:cs typeface="宋体"/>
              </a:rPr>
              <a:t>第二次培训</a:t>
            </a:r>
            <a:endParaRPr sz="4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250D5531-ECF6-B3A6-A48E-B85F9AC5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" y="681870"/>
            <a:ext cx="1211580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050">
                <a:solidFill>
                  <a:srgbClr val="FBE3D6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buNone/>
              <a:defRPr sz="4050">
                <a:solidFill>
                  <a:srgbClr val="FBE3D6"/>
                </a:solidFill>
                <a:latin typeface="PMingLiU-ExtB"/>
                <a:ea typeface="PMingLiU-ExtB"/>
                <a:cs typeface="PMingLiU-ExtB"/>
              </a:defRPr>
            </a:pPr>
            <a:r>
              <a:rPr sz="4050">
                <a:solidFill>
                  <a:srgbClr val="FBE3D6"/>
                </a:solidFill>
                <a:latin typeface="宋体"/>
                <a:ea typeface="宋体"/>
                <a:cs typeface="宋体"/>
              </a:rPr>
              <a:t>谢谢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4C42ADE-1688-8A35-30FB-8BFAB58B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1" y="5242173"/>
            <a:ext cx="26333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D9D9D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D9D9D9"/>
                </a:solidFill>
                <a:latin typeface="微软雅黑"/>
                <a:ea typeface="微软雅黑"/>
                <a:cs typeface="微软雅黑"/>
              </a:rPr>
              <a:t>同济大学电子与信息工程学院</a:t>
            </a:r>
            <a:endParaRPr>
              <a:solidFill>
                <a:schemeClr val="bg1">
                  <a:lumMod val="85000"/>
                </a:schemeClr>
              </a:solidFill>
            </a:endParaRPr>
          </a:p>
          <a:p xmlns:a="http://schemas.openxmlformats.org/drawingml/2006/main">
            <a:pPr algn="r">
              <a:lnSpc>
                <a:spcPct val="140000"/>
              </a:lnSpc>
              <a:buNone/>
              <a:defRPr sz="1200">
                <a:solidFill>
                  <a:srgbClr val="D9D9D9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D9D9D9"/>
                </a:solidFill>
                <a:latin typeface="微软雅黑"/>
                <a:ea typeface="微软雅黑"/>
                <a:cs typeface="微软雅黑"/>
              </a:rPr>
              <a:t>2026 年 10 月 13 日</a:t>
            </a:r>
          </a:p>
        </p:txBody>
      </p:sp>
    </p:spTree>
    <p:extLst>
      <p:ext uri="{BB962C8B-B14F-4D97-AF65-F5344CB8AC3E}">
        <p14:creationId xmlns:p14="http://schemas.microsoft.com/office/powerpoint/2010/main" val="195047330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2026-10-13T09:54:24.0880000Z</dcterms:created>
  <dcterms:modified xsi:type="dcterms:W3CDTF">2026-10-13T09:54:24.0880000Z</dcterms:modified>
</coreProperties>
</file>